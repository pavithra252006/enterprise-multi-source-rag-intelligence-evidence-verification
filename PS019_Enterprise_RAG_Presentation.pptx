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S Y N A P S E  ' 2 6   |   2 4 - H O U R   H A C K A T H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 Black"/>
              </a:defRPr>
            </a:pPr>
            <a:r>
              <a:t>TEAM &amp; PROJECT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V.S.B. Engineering College •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Project Title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463040"/>
            <a:ext cx="7223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PS-019 Enterprise Multi-Source RAG Intelligence &amp; Evidence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95728"/>
            <a:ext cx="329184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Team Name / Team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395728"/>
            <a:ext cx="7223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ERROR 404 (Team ID: SY05)</a:t>
            </a:r>
            <a:br/>
            <a:r>
              <a:t>Members: Pavithra S, Nithya Sri 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Members: Pavithra S, Nithya Sri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28416"/>
            <a:ext cx="329184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Problem Statement ID and Title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328416"/>
            <a:ext cx="7223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PS-019 — Enterprise Multi-Source RAG Intelligence &amp; Evidence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61104"/>
            <a:ext cx="329184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Team Leader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261104"/>
            <a:ext cx="7223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Pavithra S — [922524243142]; AI &amp; DS, III Year, Section [C]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93792"/>
            <a:ext cx="3291840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Project Repository / Demo 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5193792"/>
            <a:ext cx="7223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Repo: github.com/Pavithra252006/Enterprise-Multi-Source-RAG-Intelligence-Evidence-Verification</a:t>
            </a:r>
            <a:br/>
            <a:r>
              <a:t>Demo Link: http://localhost:5173  (Network: http://10.150.58.249:5173)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Demo Link: http://localhost:5173  (Network: http://10.150.58.249:5173)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S Y N A P S E  ' 2 6   |   2 4 - H O U R   H A C K A T H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 Black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V.S.B. Engineering College •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54480"/>
            <a:ext cx="7955279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Build an advanced RAG platform that answers complex questions over multiple enterprise sources (PDF, HTML, CSV, XLSX) with evidence verification, conflict resolution, abstention, access control, and What-If counterfactual policy simulation.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39"/>
            <a:ext cx="256032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PROBLEM FACED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063239"/>
            <a:ext cx="7955279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Employees get fragmented, outdated or leaked answers: tables lose structure, restricted data reaches low-clearance users, old policy versions contradict new ones, LLMs hallucinate without citations, and leadership cannot forecast the downstream impact of policy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2560320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SUCCESS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572000"/>
            <a:ext cx="7955279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0F172A"/>
                </a:solidFill>
              </a:defRPr>
            </a:pPr>
            <a:r>
              <a:t>Zero access-control leakage, 100% citation correctness, &lt;5% unsupported claims, 100% temporal conflict resolution, and an automated What-If Policy Impact Simulator forecasting downstream contradictions and amendments.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S Y N A P S E  ' 2 6   |   2 4 - H O U R   H A C K A T H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 Black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V.S.B. Engineering College •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Solution summary: Clearance-gated hybrid retrieval, neural reranking, claim-level verification, and a What-If Policy Impact Simulator produce verified answers, abstain on weak evidence, and forecast corporate policy risks.</a:t>
            </a:r>
          </a:p>
          <a:p>
            <a:pPr>
              <a:defRPr b="1" sz="1200">
                <a:solidFill>
                  <a:srgbClr val="0D9488"/>
                </a:solidFill>
              </a:defRPr>
            </a:pPr>
            <a:r>
              <a:t>Target users: Interns, analysts, managers, executives (4-tier clearance), and corporate governance/compliance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Core feature 1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Access-gated hybrid retrieval: FAISS + BM25 with RRF (k=60), then bge cross-encoder rerank.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237744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Core feature 2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Claim-level strict verification with inline citations and fail-safe abstention (&lt;0.60).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237744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Core feature 3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Temporal conflict resolution: newer policy versions (v2 2024) supersede older ones (v1 2022).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237744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7E22CE"/>
                </a:solidFill>
              </a:defRPr>
            </a:pPr>
            <a:r>
              <a:t>Core feature 4 (NEW)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What-If Policy Simulator: counterfactual engine predicting downstream contradictions and amendments.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83480"/>
            <a:ext cx="1069848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What is different? Access control executes strictly before reranking and LLM synthesis (0-leakage guarantee), and the platform includes counterfactual policy simulation to stress-test corporate decisions before rollout.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S Y N A P S E  ' 2 6   |   2 4 - H O U R   H A C K A T H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 Black"/>
              </a:defRPr>
            </a:pPr>
            <a:r>
              <a:t>SOLUTION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V.S.B. Engineering College •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920240" cy="2377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USER INPUT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Query / Policy Scenario + X-User-Id (role/clearance)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463040"/>
            <a:ext cx="192024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E7490"/>
                </a:solidFill>
              </a:defRPr>
            </a:pPr>
            <a:r>
              <a:t>PROCESSING / AI LOGIC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Clearance filter, Dense + BM25 top-30, RRF, bge rerank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192024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E7490"/>
                </a:solidFill>
              </a:defRPr>
            </a:pPr>
            <a:r>
              <a:t>BACKEND / SERVICES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FastAPI: Claude generation, claim verifier, What-If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192024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E7490"/>
                </a:solidFill>
              </a:defRPr>
            </a:pPr>
            <a:r>
              <a:t>DATABASE / SOURCES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FAISS, BM25, SQL; PDF, HTML, CSV, XLSX corpus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463040"/>
            <a:ext cx="1920240" cy="2377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OUTPUT / ACTION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Verified answer with citations, abstention, or Policy Risk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06984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D9488"/>
                </a:solidFill>
              </a:defRPr>
            </a:pPr>
            <a:r>
              <a:t>Key decisions / validation / security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Clearance filter runs before retrieval scoring: 0-leakage by architectural design.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Rerank score below 0.40 triggers adaptive multi-round query decomposition (max 2 rounds).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Claims must be strictly SUPPORTED by verified chunks; confidence below 0.60 forces fail-safe abstention.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What-If Policy Engine executes multi-source dependency traversal, forecasting legal, financial, and operational clashes.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S Y N A P S E  ' 2 6   |   2 4 - H O U R   H A C K A T H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 Black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V.S.B. Engineering College •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1737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FRONTEND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React 19 + Vite + Tailwind v4: Q&amp;A Chat, Policy Simulator Lab, Benchmark 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737360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BACKEND / API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FastAPI (async Python 3.12): Retrieval, Verifier, and Policy Simulation routers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246888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DATABASE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FAISS IndexFlatIP, BM25 index, SQLAlchemy 2.0 Async (SQLite / PostgreSQL)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63040"/>
            <a:ext cx="246888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EXTERNAL SERVICES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Claude 3.5 Sonnet, bge-reranker-base, bge-small-en-v1.5 embeddings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698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• Responsibility: UI provides Q&amp;A Chat and What-If Policy Lab; API executes access gating, hybrid retrieval, verification &amp; simulation.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Data flow: REST call ➔ clearance filter ➔ hybrid RRF search ➔ rerank ➔ Claude/Deterministic engine ➔ claim verifier ➔ UI Card.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Simulation Pipeline: Takes proposed policy change ➔ semantic dependency search ➔ contradiction detection ➔ amendment generation.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Ingestion: Structure-aware chunking with metadata feeds FAISS, BM25 and SQL across PDF, HTML, CSV, and XLSX.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Failure handling: Built-in deterministic fallback engine for zero-API-cost offline demo; fail-safe abstention on low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S Y N A P S E  ' 2 6   |   2 4 - H O U R   H A C K A T H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 Black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V.S.B. Engineering College •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Frontend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React 19, Vite 8, Tailwind CSS v4: fast, component-based answer cards and What-If Policy Lab.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Backend / APIs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FastAPI + Uvicorn: async, typed, low-latency endpoints with strict Pydantic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Database / Storage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FAISS IndexFlatIP, BM25 index, SQLAlchemy 2.0 Async + Alembic (SQLite / PostgreSQL).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632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AI / ML / Algorithms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bge-small-en-v1.5 embeddings, Reciprocal Rank Fusion (k=60), bge-reranker-base, Claude 3.5 Sonnet.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Deployment / Hosting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Production Docker container, Render Blueprint (render.yaml), Vercel edge SPA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634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External APIs / Datasets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Anthropic Claude API; synthetic enterprise corpus across PDF, HTML wiki, CSV, and Excel spreadsheets.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S Y N A P S E  ' 2 6   |   2 4 - H O U R   H A C K A T H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 Black"/>
              </a:defRPr>
            </a:pPr>
            <a:r>
              <a:t>CORE FEATURE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V.S.B. Engineering College •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INPUT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1. Query: Remote work policy, as Intern vs Executive</a:t>
            </a:r>
            <a:br/>
            <a:r>
              <a:t>2. Simulation: 4-Day Remote Work Policy Proposal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1828800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PROCESS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Clearance filter ➔ hybrid retrieval ➔ rerank ➔ conflict check ➔ claim verifier &amp; What-If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OUTPUT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1. Cited v2.0 rule (3 days); v1.0 superseded; salary hidden from intern</a:t>
            </a:r>
            <a:br/>
            <a:r>
              <a:t>2. Policy Risk Matrix + Clashing Clauses + Amendments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</a:defRPr>
            </a:pPr>
            <a:r>
              <a:t>Test scenario 1 (Conflict &amp; Clearance): Conflicting 2022 (v1.0, 2 days) and 2024 (v2.0, 3 days) remote-work policies.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Expected output: Current rule (3 days) with inline citation; restricted compensation &amp; vendor pricing hidden from low roles.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Test scenario 2 (What-If Simulation): Proposal to expand remote work to 4 days/week.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Simulation output: Flags HIGH risk conflict with IT Security Clause 4.3 (monthly hardware token calibration), calculates -40% desk utilization shift, and outputs recommended policy amendment clauses.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Evidence: 20-case benchmark: 100% citation correctness, 0% unsupported claims, 0 leakage, 100% conflict resolution.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Demo link: http://localhost:5173  (Network: http://10.150.58.249:5173)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S Y N A P S E  ' 2 6   |   2 4 - H O U R   H A C K A T H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 Black"/>
              </a:defRPr>
            </a:pPr>
            <a:r>
              <a:t>INNOVATION, FEASIBILITY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V.S.B. Engineering College •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D9488"/>
                </a:solidFill>
              </a:defRPr>
            </a:pPr>
            <a:r>
              <a:t>Innovation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Pre-retrieval clearance gating, strict claim-level judge verifier, temporal conflict supersession, and Counterfactual Policy Simulator.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Expected users / beneficiaries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Enterprise employees, compliance and audit teams, HR leadership, and C-suite security officers.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Expected impact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Auditable answers, strict zero-leakage access control, elimination of policy contradictions, and pre-tested policy rollout safety.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632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Feasibility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Open-source stack; runs locally on CPU with zero external API dependencies (built-in fallback engine); Claude API optional.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Scalability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Swap SQLite for PostgreSQL / Milvus; GPU reranking; horizontally scalable FastAPI workers and streaming SSE citations.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63440"/>
            <a:ext cx="5212080" cy="1371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E7490"/>
                </a:solidFill>
              </a:defRPr>
            </a:pPr>
            <a:r>
              <a:t>Future improvements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Dynamic cell-level tabular masking, Slack/Teams bot integration, and Neo4j knowledge-graph relationship traversal.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